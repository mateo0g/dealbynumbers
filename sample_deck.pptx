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Northwind Robotics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warehouse picking for mid-market retailers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Warehouse labor shortages cost mid-market retailers billions; manual picking is slow, error-prone, and hard to staff.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fleet of low-cost autonomous picking robots with a plug-and-play WMS integration deployable in under 2 weeks.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12 paying customers, $1.4M ARR, 22% MoM growth, 3 signed LOIs with national chains.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Ex-Amazon Robotics and Kiva founders; 4 PhDs in robotics; prior exit to Zebra Technologies.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TAM $48B global warehouse automation; SAM $9B North America mid-market; SOM $600M in 3 years.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Raising $6M Series A at $30M post-money valuation via priced equity round.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